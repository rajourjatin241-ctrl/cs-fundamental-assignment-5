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16A42-93F6-B6A2-372B-01173A0391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Internet of Things (IoT)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5E4819-F4FA-CBA0-0D2F-6967077714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6097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1A474-5934-9D82-C0A3-B40A40C61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IoT?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6093A-0A08-0143-06D9-40DE46E41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IoT is a network of physical devices embedded with sensors, software, and connectivity that enables them to collect, exchange, and act on data.</a:t>
            </a:r>
          </a:p>
          <a:p>
            <a:r>
              <a:rPr lang="en-US" dirty="0"/>
              <a:t>21.1 billion connected devices globally by 2025</a:t>
            </a:r>
          </a:p>
          <a:p>
            <a:r>
              <a:rPr lang="en-US" dirty="0"/>
              <a:t>From smart homes to industrial automation</a:t>
            </a:r>
          </a:p>
          <a:p>
            <a:r>
              <a:rPr lang="en-US" dirty="0"/>
              <a:t>Bridges physical and digital worlds seamlessly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4616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2C4BF-3222-5800-383B-7702731D4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Technologies - Platforms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7AE2A-4BB3-9891-6D65-4F84E1431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AWS IoT Core - Scalable connectivity and device management</a:t>
            </a:r>
          </a:p>
          <a:p>
            <a:r>
              <a:rPr lang="en-IN" dirty="0"/>
              <a:t>Microsoft Azure IoT Hub - Enterprise solutions with AI integration</a:t>
            </a:r>
          </a:p>
          <a:p>
            <a:r>
              <a:rPr lang="en-IN" dirty="0"/>
              <a:t>Google Cloud IoT - Advanced analytics and ML capabilities</a:t>
            </a:r>
          </a:p>
          <a:p>
            <a:r>
              <a:rPr lang="en-IN" dirty="0" err="1"/>
              <a:t>ThingsBoard</a:t>
            </a:r>
            <a:r>
              <a:rPr lang="en-IN" dirty="0"/>
              <a:t> - Open-source platform for data visualization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305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6A67A-4B4E-F80E-CBB0-3FD7DE33C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Technologies - Protocols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4E561-FE66-5B5C-A00B-5D89469FD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MQTT</a:t>
            </a:r>
          </a:p>
          <a:p>
            <a:r>
              <a:rPr lang="en-IN" dirty="0"/>
              <a:t>Publish-subscribe protocol over TCP for reliable messaging</a:t>
            </a:r>
          </a:p>
          <a:p>
            <a:r>
              <a:rPr lang="en-IN" b="1" dirty="0"/>
              <a:t>CoAP</a:t>
            </a:r>
          </a:p>
          <a:p>
            <a:r>
              <a:rPr lang="en-IN" dirty="0"/>
              <a:t>Lightweight protocol over UDP for constrained devices</a:t>
            </a:r>
          </a:p>
          <a:p>
            <a:r>
              <a:rPr lang="en-IN" dirty="0"/>
              <a:t>Wi-Fi, Bluetooth, and cellular (5G) enable device connectivity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922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AC95B-7AD3-5215-D287-54AC6C663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Indian Use Case: Smart Cities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0EF6F-7E56-BF74-ADFF-013C46451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India's $15 billion+ IoT market transformation:</a:t>
            </a:r>
          </a:p>
          <a:p>
            <a:r>
              <a:rPr lang="en-IN" dirty="0"/>
              <a:t>Smart traffic management in Bengaluru and Mumbai</a:t>
            </a:r>
          </a:p>
          <a:p>
            <a:r>
              <a:rPr lang="en-IN" dirty="0"/>
              <a:t>250 million smart meters replacing conventional ones</a:t>
            </a:r>
          </a:p>
          <a:p>
            <a:r>
              <a:rPr lang="en-IN" dirty="0"/>
              <a:t>IoT waste management in Coimbatore and Pune</a:t>
            </a:r>
          </a:p>
          <a:p>
            <a:r>
              <a:rPr lang="en-IN" dirty="0"/>
              <a:t>Air quality monitoring in Delhi with real-time alerts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4851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6DCC2-958D-8C83-286A-9450AA15E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Global Use Case: Smart Homes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F9715-9BD6-631A-F5EC-84395CA6B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Connected home ecosystems revolutionizing daily life:</a:t>
            </a:r>
          </a:p>
          <a:p>
            <a:r>
              <a:rPr lang="en-US" dirty="0"/>
              <a:t>Amazon Alexa &amp; Echo - Voice-controlled home automation</a:t>
            </a:r>
          </a:p>
          <a:p>
            <a:r>
              <a:rPr lang="en-US" dirty="0"/>
              <a:t>Google Home - AI-powered smart home integration</a:t>
            </a:r>
          </a:p>
          <a:p>
            <a:r>
              <a:rPr lang="en-US" dirty="0"/>
              <a:t>Smart thermostats, lighting, and security systems</a:t>
            </a:r>
          </a:p>
          <a:p>
            <a:r>
              <a:rPr lang="en-US" dirty="0"/>
              <a:t>Global smart home market reaching $330 billion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1646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EA8C5-4A82-8171-AB4F-AA0BD024E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Career Opportunities - Top Roles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2EB3A-9C72-D7C7-7A07-8E0BD4B5B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IoT Architect - Design end-to-end IoT solutions</a:t>
            </a:r>
          </a:p>
          <a:p>
            <a:r>
              <a:rPr lang="en-US" dirty="0"/>
              <a:t>Embedded Systems Engineer - Develop device firmware</a:t>
            </a:r>
          </a:p>
          <a:p>
            <a:r>
              <a:rPr lang="en-US" dirty="0"/>
              <a:t>IoT Security Specialist - Protect connected systems</a:t>
            </a:r>
          </a:p>
          <a:p>
            <a:r>
              <a:rPr lang="en-US" dirty="0"/>
              <a:t>Data Analyst - Extract insights from IoT data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8851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E36C2-7786-FF31-6F4B-EE3AB6348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Industry Demand &amp; Skills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CFB6C-F79B-D912-A99D-8E2B8AB99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50,000+ job openings expected in India by 2025</a:t>
            </a:r>
          </a:p>
          <a:p>
            <a:r>
              <a:rPr lang="en-US" dirty="0"/>
              <a:t>Top hiring sectors: Manufacturing, HealthTech, Energy, Logistics</a:t>
            </a:r>
          </a:p>
          <a:p>
            <a:r>
              <a:rPr lang="en-US" dirty="0"/>
              <a:t>Embedded systems (C++, Python)</a:t>
            </a:r>
          </a:p>
          <a:p>
            <a:r>
              <a:rPr lang="en-US" dirty="0"/>
              <a:t>Cloud platforms (AWS IoT, Azure IoT Hub)</a:t>
            </a:r>
          </a:p>
          <a:p>
            <a:r>
              <a:rPr lang="en-US" dirty="0"/>
              <a:t>Networking and cybersecurity knowledge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8359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D0FFF-CBA5-AE9C-F1D8-E2F4E48CE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IoT Security Best Practices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34165-E5EA-4E2C-41F9-36F399010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Multi-factor authentication and access control</a:t>
            </a:r>
          </a:p>
          <a:p>
            <a:r>
              <a:rPr lang="en-US" dirty="0"/>
              <a:t>Regular firmware updates and patch management</a:t>
            </a:r>
          </a:p>
          <a:p>
            <a:r>
              <a:rPr lang="en-US" dirty="0"/>
              <a:t>Network segmentation and Zero Trust architecture</a:t>
            </a:r>
          </a:p>
          <a:p>
            <a:r>
              <a:rPr lang="en-US" dirty="0"/>
              <a:t>End-to-end encryption for data transmission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6716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7830D-8ACF-DDB8-E9DC-62A820EB2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Thank You!</a:t>
            </a:r>
          </a:p>
          <a:p>
            <a:r>
              <a:rPr lang="en-US" dirty="0"/>
              <a:t>The Future is Connected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90929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38</TotalTime>
  <Words>338</Words>
  <Application>Microsoft Office PowerPoint</Application>
  <PresentationFormat>Widescreen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Tw Cen MT</vt:lpstr>
      <vt:lpstr>Circuit</vt:lpstr>
      <vt:lpstr>Internet of Things (IoT) </vt:lpstr>
      <vt:lpstr>What is IoT? </vt:lpstr>
      <vt:lpstr>Key Technologies - Platforms </vt:lpstr>
      <vt:lpstr>Key Technologies - Protocols </vt:lpstr>
      <vt:lpstr>Indian Use Case: Smart Cities </vt:lpstr>
      <vt:lpstr>Global Use Case: Smart Homes </vt:lpstr>
      <vt:lpstr>Career Opportunities - Top Roles </vt:lpstr>
      <vt:lpstr>Industry Demand &amp; Skills </vt:lpstr>
      <vt:lpstr>IoT Security Best Practices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Boby Deshwal</dc:creator>
  <cp:lastModifiedBy>Boby Deshwal</cp:lastModifiedBy>
  <cp:revision>1</cp:revision>
  <dcterms:created xsi:type="dcterms:W3CDTF">2025-11-20T04:14:08Z</dcterms:created>
  <dcterms:modified xsi:type="dcterms:W3CDTF">2025-11-20T04:53:01Z</dcterms:modified>
</cp:coreProperties>
</file>